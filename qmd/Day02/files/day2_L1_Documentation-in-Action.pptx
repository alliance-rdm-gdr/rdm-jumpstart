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Nuni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Nunito-italic.fntdata"/><Relationship Id="rId10" Type="http://schemas.openxmlformats.org/officeDocument/2006/relationships/font" Target="fonts/Nunito-bold.fntdata"/><Relationship Id="rId12" Type="http://schemas.openxmlformats.org/officeDocument/2006/relationships/font" Target="fonts/Nunito-boldItalic.fntdata"/><Relationship Id="rId9" Type="http://schemas.openxmlformats.org/officeDocument/2006/relationships/font" Target="fonts/Nunit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50f6f1d0fa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50f6f1d0fa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641d39b5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641d39b5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400">
                <a:solidFill>
                  <a:srgbClr val="3F4252"/>
                </a:solidFill>
              </a:rPr>
              <a:t>Documentation in Action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600">
                <a:solidFill>
                  <a:srgbClr val="3F4252"/>
                </a:solidFill>
              </a:rPr>
              <a:t>Session Objectives</a:t>
            </a:r>
            <a:endParaRPr/>
          </a:p>
        </p:txBody>
      </p:sp>
      <p:sp>
        <p:nvSpPr>
          <p:cNvPr id="61" name="Google Shape;61;p14"/>
          <p:cNvSpPr txBox="1"/>
          <p:nvPr>
            <p:ph idx="1" type="body"/>
          </p:nvPr>
        </p:nvSpPr>
        <p:spPr>
          <a:xfrm>
            <a:off x="311700" y="1152475"/>
            <a:ext cx="8520600" cy="3605100"/>
          </a:xfrm>
          <a:prstGeom prst="rect">
            <a:avLst/>
          </a:prstGeom>
        </p:spPr>
        <p:txBody>
          <a:bodyPr anchorCtr="0" anchor="t" bIns="91425" lIns="91425" spcFirstLastPara="1" rIns="91425" wrap="square" tIns="91425">
            <a:normAutofit fontScale="32500"/>
          </a:bodyPr>
          <a:lstStyle/>
          <a:p>
            <a:pPr indent="0" lvl="0" marL="0" rtl="0" algn="l">
              <a:lnSpc>
                <a:spcPct val="150000"/>
              </a:lnSpc>
              <a:spcBef>
                <a:spcPts val="0"/>
              </a:spcBef>
              <a:spcAft>
                <a:spcPts val="0"/>
              </a:spcAft>
              <a:buNone/>
            </a:pPr>
            <a:r>
              <a:rPr b="1" lang="en" sz="5776">
                <a:solidFill>
                  <a:schemeClr val="dk1"/>
                </a:solidFill>
                <a:latin typeface="Nunito"/>
                <a:ea typeface="Nunito"/>
                <a:cs typeface="Nunito"/>
                <a:sym typeface="Nunito"/>
              </a:rPr>
              <a:t>By the end of this session, you’ll be able to:</a:t>
            </a:r>
            <a:endParaRPr b="1"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b="1" sz="5776">
              <a:solidFill>
                <a:schemeClr val="dk1"/>
              </a:solidFill>
              <a:latin typeface="Nunito"/>
              <a:ea typeface="Nunito"/>
              <a:cs typeface="Nunito"/>
              <a:sym typeface="Nunito"/>
            </a:endParaRPr>
          </a:p>
          <a:p>
            <a:pPr indent="-347801" lvl="0" marL="457200" rtl="0" algn="l">
              <a:lnSpc>
                <a:spcPct val="150000"/>
              </a:lnSpc>
              <a:spcBef>
                <a:spcPts val="0"/>
              </a:spcBef>
              <a:spcAft>
                <a:spcPts val="0"/>
              </a:spcAft>
              <a:buClr>
                <a:schemeClr val="dk1"/>
              </a:buClr>
              <a:buSzPct val="100000"/>
              <a:buFont typeface="Nunito"/>
              <a:buChar char="●"/>
            </a:pPr>
            <a:r>
              <a:rPr lang="en" sz="5776">
                <a:solidFill>
                  <a:schemeClr val="dk1"/>
                </a:solidFill>
                <a:latin typeface="Nunito"/>
                <a:ea typeface="Nunito"/>
                <a:cs typeface="Nunito"/>
                <a:sym typeface="Nunito"/>
              </a:rPr>
              <a:t>Use a template to create a README file for an example project.</a:t>
            </a:r>
            <a:endParaRPr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b="1" sz="5776">
              <a:solidFill>
                <a:schemeClr val="dk1"/>
              </a:solidFill>
              <a:latin typeface="Nunito"/>
              <a:ea typeface="Nunito"/>
              <a:cs typeface="Nunito"/>
              <a:sym typeface="Nunito"/>
            </a:endParaRPr>
          </a:p>
          <a:p>
            <a:pPr indent="0" lvl="0" marL="0" rtl="0" algn="l">
              <a:lnSpc>
                <a:spcPct val="150000"/>
              </a:lnSpc>
              <a:spcBef>
                <a:spcPts val="0"/>
              </a:spcBef>
              <a:spcAft>
                <a:spcPts val="0"/>
              </a:spcAft>
              <a:buNone/>
            </a:pPr>
            <a:r>
              <a:t/>
            </a:r>
            <a:endParaRPr sz="5776">
              <a:solidFill>
                <a:schemeClr val="dk1"/>
              </a:solidFill>
              <a:latin typeface="Nunito"/>
              <a:ea typeface="Nunito"/>
              <a:cs typeface="Nunito"/>
              <a:sym typeface="Nunito"/>
            </a:endParaRPr>
          </a:p>
          <a:p>
            <a:pPr indent="0" lvl="0" marL="0" rtl="0" algn="l">
              <a:spcBef>
                <a:spcPts val="0"/>
              </a:spcBef>
              <a:spcAft>
                <a:spcPts val="0"/>
              </a:spcAft>
              <a:buNone/>
            </a:pPr>
            <a:r>
              <a:t/>
            </a:r>
            <a:endParaRPr sz="5276"/>
          </a:p>
          <a:p>
            <a:pPr indent="0" lvl="0" marL="9144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Activity: Create a README file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solidFill>
                  <a:schemeClr val="dk1"/>
                </a:solidFill>
              </a:rPr>
              <a:t>In the previous lesson, you were introduced to the example project we will be using throughout this course. You also learned about the importance of data documentation and README files, which allow your data to be navigated, interpreted, and understood both by you and others.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this activity, you will draw from these lessons to create and start writing a README file for the example project.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You will work together in breakout rooms to discuss the sections and content of the README file, but remember, each student needs to create their own file. Submitting a README file is one of the requirements to obtain a certificate for this course, so take advantage of this time to complete the document.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