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f6f1d0f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f6f1d0f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02d4a4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02d4a4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02d4a4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702d4a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41d39b5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641d39b5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3F4252"/>
                </a:solidFill>
              </a:rPr>
              <a:t>Creating a Project Directory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3F4252"/>
                </a:solidFill>
              </a:rPr>
              <a:t>Session 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 the end of this session, you’ll be able to:</a:t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56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73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Create a project directory.</a:t>
            </a:r>
            <a:endParaRPr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56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73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Organize files and folders within the project following a given directory structure and naming convention.</a:t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76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3F4252"/>
                </a:solidFill>
              </a:rPr>
              <a:t>Activity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3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Your supervisor has given you the directory structure she’d like you to use for your work wrangling the student survey data. It looks like this:</a:t>
            </a:r>
            <a:endParaRPr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76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813" r="0" t="4389"/>
          <a:stretch/>
        </p:blipFill>
        <p:spPr>
          <a:xfrm>
            <a:off x="0" y="2639875"/>
            <a:ext cx="8754176" cy="1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3F4252"/>
                </a:solidFill>
              </a:rPr>
              <a:t>Activity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this activity, you will work in breakout groups to replicate this directory structure on your own computers, and organize project files into their corresponding folders. In your groups:</a:t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29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65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Replicate this file structure on your own computers.</a:t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29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65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Organize project files you’ve already created into these folders.</a:t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29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65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you’re ready, share your screen with your group and breakout room facilitator to make sure your file organization is good to go!</a:t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76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You will have 30 minutes in the breakout rooms.</a:t>
            </a:r>
            <a:endParaRPr sz="65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76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76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Breakout!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